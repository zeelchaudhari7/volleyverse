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feeling: every club deserves to look like a championship franchise. VolleyVerse makes a local club feel like a pro league team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in the room recognises this. The club works hard on court and looks amateur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homepage right after this slide if demoing: lights-up intro, hero, ticker.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feature exists on the live build today — this is not a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console is the moat: competitors sell websites; we capture the season as it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angle: because stats derive from events, a record broken courtside hangs in the rafters the same night — no one has to remember to update the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also the business model slide in disguise: every new club is a reskin, not a rebuild.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row to money or retention — sponsors and recruitment are the two that close deals.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SEASON. MATCHDAY exists to make SEASON look obvious; DYNASTY exists to make SEASON look affordable.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demo booking, not the price. The site sells itself in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94360"/>
            <a:ext cx="1737360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94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VOLLEYVERSE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182880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CLUB.</a:t>
            </a:r>
            <a:endParaRPr lang="en-US" sz="7600" dirty="0"/>
          </a:p>
        </p:txBody>
      </p:sp>
      <p:sp>
        <p:nvSpPr>
          <p:cNvPr id="6" name="Text 3"/>
          <p:cNvSpPr/>
          <p:nvPr/>
        </p:nvSpPr>
        <p:spPr>
          <a:xfrm>
            <a:off x="502920" y="306324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C400"/>
                </a:solidFill>
                <a:effectLst>
                  <a:glow rad="127000">
                    <a:srgbClr val="FFC400">
                      <a:alpha val="4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UNDER THE LIGHTS.</a:t>
            </a:r>
            <a:endParaRPr lang="en-US" sz="7600" dirty="0"/>
          </a:p>
        </p:txBody>
      </p:sp>
      <p:sp>
        <p:nvSpPr>
          <p:cNvPr id="7" name="Text 4"/>
          <p:cNvSpPr/>
          <p:nvPr/>
        </p:nvSpPr>
        <p:spPr>
          <a:xfrm>
            <a:off x="548640" y="4663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match-night experience platform for volleyball clubs — a cinematic fan site and a courtside stats console, in one.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29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by Zeel Chaudhari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websites are where fan energy goes to die.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3529584" cy="3291840"/>
          </a:xfrm>
          <a:prstGeom prst="roundRect">
            <a:avLst>
              <a:gd name="adj" fmla="val 1944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 is a noticeboard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twice a season. No reason for a fan, parent or player to ever come back.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70832" y="2377440"/>
            <a:ext cx="3529584" cy="3291840"/>
          </a:xfrm>
          <a:prstGeom prst="roundRect">
            <a:avLst>
              <a:gd name="adj" fmla="val 1944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90872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SCATTERED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90872" y="3200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live in notebooks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90872" y="4114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Points, blocks and aces end up in WhatsApp chats and paper scoresheets — then vanish.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193024" y="2377440"/>
            <a:ext cx="3529584" cy="3291840"/>
          </a:xfrm>
          <a:prstGeom prst="roundRect">
            <a:avLst>
              <a:gd name="adj" fmla="val 1944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13064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INVISIBLE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13064" y="3200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 get no stage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513064" y="41148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logo on a jersey, and nothing digital to show their money working.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463040"/>
            <a:ext cx="11247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C400"/>
                </a:solidFill>
                <a:effectLst>
                  <a:glow rad="152400">
                    <a:srgbClr val="FFC400">
                      <a:alpha val="4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MATCH NIGHT</a:t>
            </a:r>
            <a:endParaRPr lang="en-US" sz="9200" dirty="0"/>
          </a:p>
        </p:txBody>
      </p:sp>
      <p:sp>
        <p:nvSpPr>
          <p:cNvPr id="7" name="Text 4"/>
          <p:cNvSpPr/>
          <p:nvPr/>
        </p:nvSpPr>
        <p:spPr>
          <a:xfrm>
            <a:off x="548640" y="3200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your website should feel like walking out of the tunnel into a floodlit arena.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389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Floodlight entry sequence  ·  broadcast-style graphics  ·  LED scoreboards  ·  spotlight player features  ·  championship banners in the rafters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cinematic concept, carried through every page and every interaction.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FAN SIDE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cinematic front door for your club.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423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874520" y="2423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Floodlit arrival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874520" y="29260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Stadium lights ignite, your club name rises letter by letter — fans feel it in 3 seconds.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91072" y="214884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11112" y="24231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616952" y="2423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match-aware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616952" y="29260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results ticker, LED countdown to the next fixture, full-time broadcast graphics.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29768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4572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1874520" y="4572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as stars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874520" y="5074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 features, 3D tilt player cards, giant jersey numbers — every athlete gets a stage.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91072" y="429768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11112" y="4572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7616952" y="4572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in the rafters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616952" y="5074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Honours and single-match records hang as banners — and update the night they break.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CLUB SIDE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taps courtside. Broadcast-grade by full-time.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529584" cy="2834640"/>
          </a:xfrm>
          <a:prstGeom prst="roundRect">
            <a:avLst>
              <a:gd name="adj" fmla="val 2258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651760"/>
            <a:ext cx="1234440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651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player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68680" y="3886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Big-thumb roster grid, built for a bench manager mid-rally.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78224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370832" y="2286000"/>
            <a:ext cx="3529584" cy="2834640"/>
          </a:xfrm>
          <a:prstGeom prst="roundRect">
            <a:avLst>
              <a:gd name="adj" fmla="val 2258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90872" y="2651760"/>
            <a:ext cx="1234440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15" name="Text 12"/>
          <p:cNvSpPr/>
          <p:nvPr/>
        </p:nvSpPr>
        <p:spPr>
          <a:xfrm>
            <a:off x="4690872" y="2651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 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90872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outcome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690872" y="3886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point, ace, block, super dig — role-aware options, undo-safe.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00416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C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93024" y="2286000"/>
            <a:ext cx="3529584" cy="2834640"/>
          </a:xfrm>
          <a:prstGeom prst="roundRect">
            <a:avLst>
              <a:gd name="adj" fmla="val 2258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13064" y="2651760"/>
            <a:ext cx="1234440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21" name="Text 18"/>
          <p:cNvSpPr/>
          <p:nvPr/>
        </p:nvSpPr>
        <p:spPr>
          <a:xfrm>
            <a:off x="8513064" y="2651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513064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control the story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8513064" y="3886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public until you press publish. Then every page updates itself.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spreadsheets. No data entry evenings. The match is the input.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is earned, never typed.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3529584" cy="3474720"/>
          </a:xfrm>
          <a:prstGeom prst="roundRect">
            <a:avLst>
              <a:gd name="adj" fmla="val 1842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1460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400"/>
                </a:solidFill>
                <a:effectLst>
                  <a:glow rad="101600">
                    <a:srgbClr val="FFC400">
                      <a:alpha val="35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taps to record any event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452628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enough for a live rally, precise enough for season records.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2194560"/>
            <a:ext cx="3529584" cy="3474720"/>
          </a:xfrm>
          <a:prstGeom prst="roundRect">
            <a:avLst>
              <a:gd name="adj" fmla="val 1842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251460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400"/>
                </a:solidFill>
                <a:effectLst>
                  <a:glow rad="101600">
                    <a:srgbClr val="FFC400">
                      <a:alpha val="35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4690872" y="379476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public stats are derived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90872" y="452628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Points, success rates, impact — computed from courtside events. Zero manual edits.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93024" y="2194560"/>
            <a:ext cx="3529584" cy="3474720"/>
          </a:xfrm>
          <a:prstGeom prst="roundRect">
            <a:avLst>
              <a:gd name="adj" fmla="val 1842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67344" y="251460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400"/>
                </a:solidFill>
                <a:effectLst>
                  <a:glow rad="101600">
                    <a:srgbClr val="FFC400">
                      <a:alpha val="35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6000" dirty="0"/>
          </a:p>
        </p:txBody>
      </p:sp>
      <p:sp>
        <p:nvSpPr>
          <p:cNvPr id="17" name="Text 14"/>
          <p:cNvSpPr/>
          <p:nvPr/>
        </p:nvSpPr>
        <p:spPr>
          <a:xfrm>
            <a:off x="8513064" y="3794760"/>
            <a:ext cx="2889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nights of admin work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13064" y="452628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at full-time and the site retells the match — scoreboards, spotlights, records.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IT YOURS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engine. Your club's colours.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white-label.</a:t>
            </a:r>
            <a:pPr indent="0" marL="0">
              <a:buNone/>
            </a:pPr>
            <a:r>
              <a:rPr lang="en-US" sz="16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Crest, palette, photography, fixtures and honours live in one config layer. Rebranding for a new club is a day's work, not a rebuild.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6576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travel.</a:t>
            </a:r>
            <a:pPr indent="0" marL="0">
              <a:buNone/>
            </a:pPr>
            <a:r>
              <a:rPr lang="en-US" sz="16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Volleyball first — but the arena concept, console and stats engine extend to basketball, badminton, kabaddi and beyond.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09360" y="2103120"/>
            <a:ext cx="5303520" cy="1691640"/>
          </a:xfrm>
          <a:prstGeom prst="roundRect">
            <a:avLst>
              <a:gd name="adj" fmla="val 3784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 GUARDIANS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56832" y="2971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4060C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42632" y="2971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C400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28432" y="2971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FC3F7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0" y="3017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4069080"/>
            <a:ext cx="5303520" cy="1691640"/>
          </a:xfrm>
          <a:prstGeom prst="roundRect">
            <a:avLst>
              <a:gd name="adj" fmla="val 3784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CLUB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56832" y="4937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A0510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42632" y="4937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3355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28432" y="4937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9AE6F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0" y="4983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config file away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match night wins your club.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1671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SPONSORS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91840" y="21671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stage worth paying for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06640" y="216712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sections, live audiences on match night, a premium brand to stand next to.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2186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RECRUITMENT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91840" y="32186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join clubs that look pro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406640" y="321868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spotlight page and a stat line of their own — shareable with selectors and family.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16052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42702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FANS &amp; PARENTS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91840" y="427024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 to return weekly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06640" y="42702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Countdowns, results, records — the site has a pulse between matches.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53218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291840" y="532180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gets forgotten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06640" y="532180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season's records and honours hang in the rafters, permanently.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566928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26187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league.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529584" cy="3977640"/>
          </a:xfrm>
          <a:prstGeom prst="roundRect">
            <a:avLst>
              <a:gd name="adj" fmla="val 1813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MATCHDAY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cinematic club site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3832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Night showcase site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crest, colours, photos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Fixtures, squad &amp; honours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&amp; updates included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70832" y="2011680"/>
            <a:ext cx="3529584" cy="3977640"/>
          </a:xfrm>
          <a:prstGeom prst="roundRect">
            <a:avLst>
              <a:gd name="adj" fmla="val 1813"/>
            </a:avLst>
          </a:prstGeom>
          <a:solidFill>
            <a:srgbClr val="101A33"/>
          </a:solidFill>
          <a:ln w="19050">
            <a:solidFill>
              <a:srgbClr val="FFC4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73952" y="1828800"/>
            <a:ext cx="1234440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828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90872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690872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living club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90872" y="33832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Matchday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Courtside stats console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Live-derived player stats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&amp; rafter banners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93024" y="2011680"/>
            <a:ext cx="3529584" cy="3977640"/>
          </a:xfrm>
          <a:prstGeom prst="roundRect">
            <a:avLst>
              <a:gd name="adj" fmla="val 1813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13064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DYNASTY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513064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franchise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513064" y="338328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Season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teams &amp; age groups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showcase sections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 &amp; training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launch pricing on request — quoted per club, with a season-one discount for founding clubs.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94360"/>
            <a:ext cx="1737360" cy="292608"/>
          </a:xfrm>
          <a:prstGeom prst="parallelogram">
            <a:avLst/>
          </a:prstGeom>
          <a:solidFill>
            <a:srgbClr val="FFC4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94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71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VOLLEYVERSE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192024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PUT YOUR CLUB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502920" y="2971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400"/>
                </a:solidFill>
                <a:effectLst>
                  <a:glow rad="127000">
                    <a:srgbClr val="FFC400">
                      <a:alpha val="4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UNDER THE LIGHTS.</a:t>
            </a:r>
            <a:endParaRPr lang="en-US" sz="6000" dirty="0"/>
          </a:p>
        </p:txBody>
      </p:sp>
      <p:sp>
        <p:nvSpPr>
          <p:cNvPr id="7" name="Shape 4"/>
          <p:cNvSpPr/>
          <p:nvPr/>
        </p:nvSpPr>
        <p:spPr>
          <a:xfrm>
            <a:off x="548640" y="4389120"/>
            <a:ext cx="3529584" cy="1371600"/>
          </a:xfrm>
          <a:prstGeom prst="roundRect">
            <a:avLst>
              <a:gd name="adj" fmla="val 4667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57200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554480" y="4617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demo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5029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live site &amp; console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70832" y="4389120"/>
            <a:ext cx="3529584" cy="1371600"/>
          </a:xfrm>
          <a:prstGeom prst="roundRect">
            <a:avLst>
              <a:gd name="adj" fmla="val 4667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457200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376672" y="4617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theme it to you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76672" y="5029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Crest, colours, squad, fixtures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93024" y="4389120"/>
            <a:ext cx="3529584" cy="1371600"/>
          </a:xfrm>
          <a:prstGeom prst="roundRect">
            <a:avLst>
              <a:gd name="adj" fmla="val 4667"/>
            </a:avLst>
          </a:prstGeom>
          <a:solidFill>
            <a:srgbClr val="0A101F"/>
          </a:solidFill>
          <a:ln w="12700">
            <a:solidFill>
              <a:srgbClr val="1823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67344" y="457200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198864" y="4617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2 weeks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198864" y="5029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9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time for your next home match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Zeel Chaudhari  ·  chaudharizeel6145@gmail.com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2026-07-11T05:36:51Z</dcterms:created>
  <dcterms:modified xsi:type="dcterms:W3CDTF">2026-07-11T05:36:51Z</dcterms:modified>
</cp:coreProperties>
</file>